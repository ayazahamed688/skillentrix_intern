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6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7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85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7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9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0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6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4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76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2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0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9609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58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9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00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20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64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9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5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4433" y="948814"/>
            <a:ext cx="5864289" cy="1019627"/>
          </a:xfrm>
        </p:spPr>
        <p:txBody>
          <a:bodyPr>
            <a:normAutofit fontScale="90000"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Design and Verification using Verilog HDL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613" y="3050460"/>
            <a:ext cx="6517482" cy="2396611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70000"/>
              </a:lnSpc>
            </a:pP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5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  <a:br>
              <a:rPr lang="en-US" sz="55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5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VLSI design</a:t>
            </a:r>
            <a:br>
              <a:rPr lang="en-US" sz="55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5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 cadence virtuoso, Verilog HDL</a:t>
            </a:r>
            <a:br>
              <a:rPr lang="en-US" sz="55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5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2025 – 2026</a:t>
            </a:r>
            <a:endParaRPr sz="5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FBB7C-9B89-19A2-4CB5-6F7C0081C717}"/>
              </a:ext>
            </a:extLst>
          </p:cNvPr>
          <p:cNvSpPr txBox="1"/>
          <p:nvPr/>
        </p:nvSpPr>
        <p:spPr>
          <a:xfrm>
            <a:off x="1890577" y="210670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VLSI Internship Mini Project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F7D59-0EF2-8A4E-2F99-F5E4B5FFC73B}"/>
              </a:ext>
            </a:extLst>
          </p:cNvPr>
          <p:cNvSpPr txBox="1"/>
          <p:nvPr/>
        </p:nvSpPr>
        <p:spPr>
          <a:xfrm>
            <a:off x="2681423" y="256812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 Ayaz Ahamed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EA497-D992-6716-099D-07F4B098C4D5}"/>
              </a:ext>
            </a:extLst>
          </p:cNvPr>
          <p:cNvSpPr txBox="1"/>
          <p:nvPr/>
        </p:nvSpPr>
        <p:spPr>
          <a:xfrm>
            <a:off x="395423" y="57663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To: Skillentrix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8232527" cy="3424107"/>
          </a:xfrm>
        </p:spPr>
        <p:txBody>
          <a:bodyPr/>
          <a:lstStyle/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(universal asynchronous receiver transmitter) is an asynchronous serial communication protocol.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embedded systems, microcontrollers, FPGA, and ASIC communication.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and verified using Verilog HDL and cadence simulation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UART transmitter and receiver modules.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baud rate for UART communication.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UART functionality using cadence simulation environment.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waveforms and validate serial data transmission.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blocks: baud generator, UART TX, UART RX.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Baud generator provides timing pulses.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 converts parallel data into serial format.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 converts serial data back to parallel format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Transmitter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serial data through TX line.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start and stop bits during transmission.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FSM-based control logic.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8-bit serial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Receiver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serial data through RX line.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start bit and samples incoming bits.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serial data back into parallel format.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received 8-bit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Baud Rate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timing pulses required for UART operation.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communication speed between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synchronized serial communication.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Cadence Implementation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 design written in Verilog HDL.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simulation performed using cadence tools.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Waveforms verified for UART Tx and Rx operations.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successful data transmission and reception.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start bit, data bits, and stop bit transmission.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correct UART waveform behavior.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 and Rx modules operated successfully.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confirmed reliable serial communication.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communication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interfacing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and ASIC communication</a:t>
            </a:r>
          </a:p>
          <a:p>
            <a:pPr>
              <a:defRPr sz="2000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and serial debugging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verified UART using Verilog HDL.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Tx, Rx, and baud generator modules.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Cadence simulation validated UART communication.</a:t>
            </a:r>
          </a:p>
          <a:p>
            <a:pPr>
              <a:defRPr sz="2000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improved practical VLSI design and verification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36</TotalTime>
  <Words>356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Tw Cen MT</vt:lpstr>
      <vt:lpstr>Droplet</vt:lpstr>
      <vt:lpstr>UART Design and Verification using Verilog HDL</vt:lpstr>
      <vt:lpstr>Introduction</vt:lpstr>
      <vt:lpstr>Project Objectives</vt:lpstr>
      <vt:lpstr>UART Architecture</vt:lpstr>
      <vt:lpstr>UART Transmitter</vt:lpstr>
      <vt:lpstr>UART Receiver</vt:lpstr>
      <vt:lpstr>Baud Rate Generator</vt:lpstr>
      <vt:lpstr>Cadence Implementation Flow</vt:lpstr>
      <vt:lpstr>Simulation Results</vt:lpstr>
      <vt:lpstr>Applications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ayazahamed688@gmail.com</cp:lastModifiedBy>
  <cp:revision>3</cp:revision>
  <dcterms:created xsi:type="dcterms:W3CDTF">2013-01-27T09:14:16Z</dcterms:created>
  <dcterms:modified xsi:type="dcterms:W3CDTF">2026-05-07T16:20:16Z</dcterms:modified>
  <cp:category/>
</cp:coreProperties>
</file>